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0" y="4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MCC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852-4F23-BEAE-FBB2F9901D3B}"/>
              </c:ext>
            </c:extLst>
          </c:dPt>
          <c:dPt>
            <c:idx val="1"/>
            <c:invertIfNegative val="0"/>
            <c:bubble3D val="0"/>
            <c:spPr>
              <a:solidFill>
                <a:srgbClr val="4878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852-4F23-BEAE-FBB2F9901D3B}"/>
              </c:ext>
            </c:extLst>
          </c:dPt>
          <c:dPt>
            <c:idx val="2"/>
            <c:invertIfNegative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852-4F23-BEAE-FBB2F9901D3B}"/>
              </c:ext>
            </c:extLst>
          </c:dPt>
          <c:dPt>
            <c:idx val="3"/>
            <c:invertIfNegative val="0"/>
            <c:bubble3D val="0"/>
            <c:spPr>
              <a:solidFill>
                <a:srgbClr val="C44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A852-4F23-BEAE-FBB2F9901D3B}"/>
              </c:ext>
            </c:extLst>
          </c:dPt>
          <c:dPt>
            <c:idx val="4"/>
            <c:invertIfNegative val="0"/>
            <c:bubble3D val="0"/>
            <c:spPr>
              <a:solidFill>
                <a:srgbClr val="8B2E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A852-4F23-BEAE-FBB2F9901D3B}"/>
              </c:ext>
            </c:extLst>
          </c:dPt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Random-split
CV</c:v>
                </c:pt>
                <c:pt idx="1">
                  <c:v>Scaffold-split
CV</c:v>
                </c:pt>
                <c:pt idx="2">
                  <c:v>Scaffold-split
test</c:v>
                </c:pt>
                <c:pt idx="3">
                  <c:v>LDO
(drug→ind.)</c:v>
                </c:pt>
                <c:pt idx="4">
                  <c:v>LDO
(ind.→drug)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</c:v>
                </c:pt>
                <c:pt idx="1">
                  <c:v>0.624</c:v>
                </c:pt>
                <c:pt idx="2">
                  <c:v>0.47</c:v>
                </c:pt>
                <c:pt idx="3">
                  <c:v>0.23400000000000001</c:v>
                </c:pt>
                <c:pt idx="4">
                  <c:v>0.122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852-4F23-BEAE-FBB2F9901D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C9CFE-FEA9-4069-BE6E-26CEE4D75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873B41-F456-40DF-9AC2-946D8ADE6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54F01-5318-4765-BAF5-0AED2AB4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64403-F7B5-42CE-80FE-D63B996A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1DB09-2A33-4B66-956D-8AF8C9B9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63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4046E-3AFA-4A13-A76F-3A251F5C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5CF12-6202-44EB-8A96-87A82973B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829786-63F1-4C8A-9995-238EE3BD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14836-2056-44C4-BBFD-C23A39D0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4790E-7163-413F-BE54-6D734DD3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79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61900-954D-4395-8A49-08B933AB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C167B-DB4C-4D55-A5BE-AB51214B2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29914D-93AC-4D1B-8855-3EA35003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9CB72-AB7B-48D7-957D-1BC72C7C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F9D6E-2CA3-4AF3-9A42-18D173D9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48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9B8D4-B5CB-4B0F-885B-C8B51D57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D38D67-60A1-4BD9-8CAD-25B8D086F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2A5940-7C2C-4FCB-8989-B2EE46E79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242EBE-2C8A-4914-A3C6-77A7016B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50951F-00BA-4A7B-AC19-F514A75E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49ADEF-5946-407A-9462-DFB9A9C9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0495A-8E66-489F-9AF2-499268086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1EB656-A609-4615-AE83-331BA1F3F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46EFA0-C7BA-4DA3-9EEC-0A98479CE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1E671A-909D-4C98-B26D-DF47F6925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00C906-F941-435C-A4A9-574FC684D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C59C01-1093-40D5-A6A5-D23BC382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467AE8-0A66-48D4-ABD7-C5A7500E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D3D1B-7CD2-4D5F-9829-9F45C674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87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E0E60-BCB9-4CC4-BB3A-CAB7B156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658C62-0EEE-4779-B089-FAE3251B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FE688-EECE-43F8-9BFB-F3CE6423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F78D0F-9766-4979-94B1-A5D53E7E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27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909CE1-9792-4063-934F-9BF276FB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C1A821-C265-4F76-B81E-DDDED245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777CF-3621-4A80-A4E9-FA851462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31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AD0C5-91FC-40C3-A7E3-7D23C1244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76948-6186-4376-BDE9-48C56B292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1468F7-DB23-4915-9B9C-5EB7596A6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CF920-6348-4175-8B4A-BD5B72CA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4872ED-35E5-4990-8305-A07E697E8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F94034-3344-4C32-82BA-B05D1517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17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8D9A8-C4F3-46DA-90BF-2246C11D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8B4D09-7C71-4FB1-8870-CF5DB928B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1600E5-662D-415A-90B2-C57601F54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64B53F-7F25-4082-A252-71A721F0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814870-FAE7-4CB9-9DC1-D0BD3ED85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8CCED3-8A42-4A12-AC32-6F14D595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06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1417B-8C63-4195-9B80-FE945D13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82801F-E14F-4E39-9E3F-5382F6B47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164942-5BF4-458A-BABB-14D6AE52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AB338-F4A3-4BAF-A86D-4FB87365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35762-9359-424C-BCED-BD40CC7D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074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1402C1-733A-4769-A2A5-C0962826C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1EB306-9B23-479A-8DC0-9E38F9CCE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BA4B6-7473-408D-8CDB-43AF4C8D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1233A-C59C-41EE-A6BE-C10263D7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F66E8-B31F-45FC-9ECE-46480C2E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35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7658A7-D30D-41B3-A9DA-79AFD4C6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AB9CC1-BA08-4C36-8B41-08D2AB894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78909-F77D-4E87-9FFE-998E07004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255DD-7810-4BC3-BECB-6DAE4DFD1F3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FFB21-A300-49FB-B5B6-0048D9747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B256B-98FD-4237-A6BD-045075134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BB73A-9F41-412B-8058-DB91C3CB0F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47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AD010EFD-9BF8-4273-BAF9-35AE2EBFE186}"/>
              </a:ext>
            </a:extLst>
          </p:cNvPr>
          <p:cNvGrpSpPr/>
          <p:nvPr/>
        </p:nvGrpSpPr>
        <p:grpSpPr>
          <a:xfrm>
            <a:off x="505098" y="-4702628"/>
            <a:ext cx="8467725" cy="4114800"/>
            <a:chOff x="457200" y="731520"/>
            <a:chExt cx="8467725" cy="4114800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CD871A22-87CA-4228-8E8C-07A9933EC1A8}"/>
                </a:ext>
              </a:extLst>
            </p:cNvPr>
            <p:cNvSpPr/>
            <p:nvPr/>
          </p:nvSpPr>
          <p:spPr>
            <a:xfrm>
              <a:off x="695325" y="4617720"/>
              <a:ext cx="8229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Locked configuration: XGBoost, compact features, raw SMILES</a:t>
              </a:r>
              <a:endParaRPr lang="en-US" sz="900" dirty="0"/>
            </a:p>
          </p:txBody>
        </p:sp>
        <p:graphicFrame>
          <p:nvGraphicFramePr>
            <p:cNvPr id="6" name="Chart 0">
              <a:extLst>
                <a:ext uri="{FF2B5EF4-FFF2-40B4-BE49-F238E27FC236}">
                  <a16:creationId xmlns:a16="http://schemas.microsoft.com/office/drawing/2014/main" id="{553C1577-B6EE-45E1-B6EF-68DD76BEEB7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93105234"/>
                </p:ext>
              </p:extLst>
            </p:nvPr>
          </p:nvGraphicFramePr>
          <p:xfrm>
            <a:off x="457200" y="731520"/>
            <a:ext cx="8229600" cy="38404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6BBDAB4-8EF0-480A-AFA2-F53179A0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3" y="996731"/>
            <a:ext cx="12016587" cy="562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1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2</cp:revision>
  <dcterms:created xsi:type="dcterms:W3CDTF">2026-04-03T07:58:34Z</dcterms:created>
  <dcterms:modified xsi:type="dcterms:W3CDTF">2026-04-03T08:03:53Z</dcterms:modified>
</cp:coreProperties>
</file>