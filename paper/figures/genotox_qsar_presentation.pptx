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25880"/>
          </a:xfrm>
          <a:prstGeom prst="rect">
            <a:avLst/>
          </a:prstGeom>
          <a:solidFill>
            <a:srgbClr val="1620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Source-Domain Confounding as the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Driver of Overestimated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Ames Mutagenicity QSAR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Multi-Level Evaluation Across Three Genotoxicity Endpoints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 configurations  |  5 datasets  |  7 algorithms  |  3 preprocessing scenarios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Chemical Information and Modeling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what drives QSAR performance variation?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0F0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vs. scaffold splitting?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published Ames models report random-split metrics (MCC 0.60–0.80)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0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48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vs. industrial compound mixing?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Drug-sourced: 58.3% positive  vs.  Industrial-sourced: 3.0% positive (19.5-fold)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0F0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992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choice?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101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studies focus on algorithm comparison — is this the right question?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0F0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136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choices?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stripping, metal removal — rarely documented, never compared per endpoint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Three-level evaluation framework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result: evaluation rigor cascade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217920" y="18288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0" y="182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Source-domain confounding &amp; algorithm robustness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source-domain classifier: MCC = 0.608, balanced accuracy = 0.834 — without any structural information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observed performance (descriptive benchmark)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Best among 375 configurations evaluated on test set — descriptive benchmark, not unbiased estimates. Confirmatory analysis uses locked configuration.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731520"/>
                <a:gridCol w="1188720"/>
                <a:gridCol w="164592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Preproc.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 [95% CI]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FP-2048 (522)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0.555 [.522, .588]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vitro 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salt_str.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FP-1024 (394)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0.297 [.131, .450]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vivo MN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salt_str.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FP-512 (266)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44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0.311 [−.014, .571]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configuration cascade (XGBoost, compact, raw SMILES)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18288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Ames MCC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vitro MCC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vivo MCC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Random-split 5×5 CV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0.670 ± 0.010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0.180 ± 0.053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0.181 ± 0.094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Scaffold-split 5×5 CV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0.624 ± 0.049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0.189 ± 0.084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0.104 ± 0.111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Scaffold-split 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0.470 [.434, .502]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LDO: drug → industrial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4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LDO: industrial → drug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4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feature importance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389120" cy="30175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9768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stripping: </a:t>
            </a:r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vivo +0.22, Ames ±0.03, in vitro −0.03   |   </a:t>
            </a:r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 </a:t>
            </a:r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physicochemical descriptors dominate; FP bits absent from top-5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Preprocessing is endpoint-specific;  compact features capture most signal (+0.075 MCC from adding FP to Ames)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curves &amp; in vivo limitations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5029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0584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0F0F4"/>
          </a:solidFill>
          <a:ln/>
        </p:spPr>
      </p:sp>
      <p:sp>
        <p:nvSpPr>
          <p:cNvPr id="6" name="Shape 3"/>
          <p:cNvSpPr/>
          <p:nvPr/>
        </p:nvSpPr>
        <p:spPr>
          <a:xfrm>
            <a:off x="5760720" y="1005840"/>
            <a:ext cx="54864" cy="100584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10607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Ames: saturating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8932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of final MCC at 10%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more data unlikely to help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60720" y="21945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0F0F4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2194560"/>
            <a:ext cx="54864" cy="100584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2249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vitro: noisy upward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2560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 → 0.17 — larger datasets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modestly improve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60720" y="338328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0F0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760720" y="3383280"/>
            <a:ext cx="54864" cy="100584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vivo: flat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8932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≈ 0.055 regardless of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size → 2D descriptors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capture in vivo biology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Overestimation hierarchy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Source-domain (Δ = 0.390)  &gt;&gt;  Split method (Δ = 0.046)  ≈  Algorithm (range = 0.063)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18288"/>
          </a:xfrm>
          <a:prstGeom prst="rect">
            <a:avLst/>
          </a:prstGeom>
          <a:solidFill>
            <a:srgbClr val="3A4A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scaffold-based splitting for primary performance reporting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leave-domain-out performance when source labels are available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preprocessing per endpoint, not globally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Separately report threshold-free (ROC-AUC, PR-AUC) and threshold-dependent metrics (MCC)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7490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algorithm robustness under domain shift, not just in-domain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claim in vivo MN binary classification with 2D descriptors alone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pipeline: github.com/[repo]  |  Pipeline v12.1  |  Seed = 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Source-Domain Confounding in Ames QSAR</dc:title>
  <dc:subject>PptxGenJS Presentation</dc:subject>
  <dc:creator>Author</dc:creator>
  <cp:lastModifiedBy>Author</cp:lastModifiedBy>
  <cp:revision>1</cp:revision>
  <dcterms:created xsi:type="dcterms:W3CDTF">2026-04-02T07:27:59Z</dcterms:created>
  <dcterms:modified xsi:type="dcterms:W3CDTF">2026-04-02T07:27:59Z</dcterms:modified>
</cp:coreProperties>
</file>